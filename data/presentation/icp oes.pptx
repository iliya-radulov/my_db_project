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79FE-DE50-40B1-B190-B2C3999F8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53310-663A-428F-937A-6F8D06678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A2066-CF09-41B4-9E66-78528E38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9EEA-3FDA-4AAD-86A5-8F7F9174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609CC-8D55-4733-AEE2-A582EFDF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56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7DCE-8AC2-4318-A20D-9875C3DC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C815-A772-4C11-A63D-E99139EAC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B8ACA-1B49-47C3-9CCA-76A9D5C7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767FD-6A22-4EA6-A511-BB8C19197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1D9C6-A79A-403F-B410-A687A901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28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DD87-F7F5-4410-9D28-06A3D576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3B3BD-0B55-4902-9861-A69B4A9E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FFD5F-45B0-48BC-B172-21944D32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E064-F20E-4D16-A996-0963E7F8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23F9E-C42E-40C9-B8B8-79533BEC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43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C1BC-DD14-4691-9209-A9AB660A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067FB-3FC1-4C9A-9FA0-7B72003C3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F2AEA-0B09-44C9-B1A4-60FB70C61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3BCE1-8A88-4ECE-92F3-D9553641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78150-23C5-4DE2-8238-61282C2E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6AB22-3106-41DE-83CC-7DD31FCE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20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3500-0ED1-4CA0-8161-7B55961E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BDAD9-9EDE-4680-B44A-B9B3CB829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1FBF6-90F3-4044-B133-4AE50D54E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72544-14D7-415A-9D1C-EDB13939F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A105C-EF57-4B81-BFC2-02188B4DA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904AE-E27B-40D7-BD50-A13AE76B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359B1-41D1-4538-B0CE-F5785785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BCE0D-6CB0-43F3-AA3D-BB9C02DF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67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48C0-63D2-4A2A-BDAB-D6210147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0E60E-44EA-44A0-93F9-13DA38A6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E0AF-E8BC-4910-A41B-C5F06F89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E7A3A-2A5E-4098-8CCD-A2A4DB9F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9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2FC2D-EF1C-4B74-B73D-7150615D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0FE69-6CDB-4B5D-98BD-853931D5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51B07-7F7E-418B-BDEC-7B6A73BE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36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72AF-3903-4C38-96BD-961DE389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80B8-9D9C-412B-87C4-FF3B211FE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892CB-660F-4549-ACEE-1BEBE90A2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E6AE2-6AE3-4313-BAAE-961CE6CE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9121C-718A-41B7-8E81-46B953B3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FD968-B0FE-4E27-AB8F-FC69C036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3139-FD52-4E26-82F3-040508C40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3BCF5-7965-40D0-B8EF-8D80E25D3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DC703-9414-4E6E-AB36-A1FE3A37E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8A35F-9BE9-4552-BAB7-74383F28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7DF80-BBB5-4BF0-B7E4-04DF5395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E12BC-2F70-4174-AFBF-10D68F65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60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1E7E-EEF2-4C3C-85E4-D2E28B06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F8651-94C9-406C-A2F3-09A5A1A10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225F-D6AC-48AA-B66A-118A191B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8CEFD-9C1B-44B3-A5E0-7B4B58CE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6314-614A-416D-A554-D6C90D46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60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C63CB-8188-4F76-BDAD-3B10D66A7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C4AF5-8030-4169-B201-38FEBE5F9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22EF-C5E1-4573-B230-F66D541F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02E06-DE80-452D-917F-C5456A64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870B-386C-4589-9726-9BE530FC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29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62805-A2D6-4AE9-AF02-B0C2C166E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77787-9C77-4C6B-8786-266712026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C4053-549F-4192-8AEB-A5AA66AD0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6D6DE-A186-4E31-9433-655DA40F9A5E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C0857-D2B1-442E-A10A-263816C15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29E24-F3EB-47BA-B624-61590DE68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2AD26-FD6B-4D5C-8602-C723DC848EA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39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0147BE-AE0F-4E8B-8B51-84EA2815B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99" y="4415556"/>
            <a:ext cx="9942653" cy="1781759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948248C-EA04-45EF-B6B2-67C2CCF53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266905"/>
              </p:ext>
            </p:extLst>
          </p:nvPr>
        </p:nvGraphicFramePr>
        <p:xfrm>
          <a:off x="875899" y="545181"/>
          <a:ext cx="9688521" cy="3604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661">
                  <a:extLst>
                    <a:ext uri="{9D8B030D-6E8A-4147-A177-3AD203B41FA5}">
                      <a16:colId xmlns:a16="http://schemas.microsoft.com/office/drawing/2014/main" val="2236403177"/>
                    </a:ext>
                  </a:extLst>
                </a:gridCol>
                <a:gridCol w="1017508">
                  <a:extLst>
                    <a:ext uri="{9D8B030D-6E8A-4147-A177-3AD203B41FA5}">
                      <a16:colId xmlns:a16="http://schemas.microsoft.com/office/drawing/2014/main" val="3941230721"/>
                    </a:ext>
                  </a:extLst>
                </a:gridCol>
                <a:gridCol w="1225392">
                  <a:extLst>
                    <a:ext uri="{9D8B030D-6E8A-4147-A177-3AD203B41FA5}">
                      <a16:colId xmlns:a16="http://schemas.microsoft.com/office/drawing/2014/main" val="2136080746"/>
                    </a:ext>
                  </a:extLst>
                </a:gridCol>
                <a:gridCol w="1225392">
                  <a:extLst>
                    <a:ext uri="{9D8B030D-6E8A-4147-A177-3AD203B41FA5}">
                      <a16:colId xmlns:a16="http://schemas.microsoft.com/office/drawing/2014/main" val="2466032193"/>
                    </a:ext>
                  </a:extLst>
                </a:gridCol>
                <a:gridCol w="1225392">
                  <a:extLst>
                    <a:ext uri="{9D8B030D-6E8A-4147-A177-3AD203B41FA5}">
                      <a16:colId xmlns:a16="http://schemas.microsoft.com/office/drawing/2014/main" val="3536391235"/>
                    </a:ext>
                  </a:extLst>
                </a:gridCol>
                <a:gridCol w="1225392">
                  <a:extLst>
                    <a:ext uri="{9D8B030D-6E8A-4147-A177-3AD203B41FA5}">
                      <a16:colId xmlns:a16="http://schemas.microsoft.com/office/drawing/2014/main" val="4038784068"/>
                    </a:ext>
                  </a:extLst>
                </a:gridCol>
                <a:gridCol w="1225392">
                  <a:extLst>
                    <a:ext uri="{9D8B030D-6E8A-4147-A177-3AD203B41FA5}">
                      <a16:colId xmlns:a16="http://schemas.microsoft.com/office/drawing/2014/main" val="4105740485"/>
                    </a:ext>
                  </a:extLst>
                </a:gridCol>
                <a:gridCol w="1225392">
                  <a:extLst>
                    <a:ext uri="{9D8B030D-6E8A-4147-A177-3AD203B41FA5}">
                      <a16:colId xmlns:a16="http://schemas.microsoft.com/office/drawing/2014/main" val="2544748178"/>
                    </a:ext>
                  </a:extLst>
                </a:gridCol>
              </a:tblGrid>
              <a:tr h="51498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70062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r>
                        <a:rPr lang="en-GB" dirty="0" err="1"/>
                        <a:t>Wilo</a:t>
                      </a:r>
                      <a:r>
                        <a:rPr lang="en-GB" dirty="0"/>
                        <a:t> Sin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892551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822566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r>
                        <a:rPr lang="en-GB" dirty="0"/>
                        <a:t>Remelted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181015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r>
                        <a:rPr lang="en-GB" dirty="0" err="1"/>
                        <a:t>Wilo</a:t>
                      </a:r>
                      <a:r>
                        <a:rPr lang="en-GB" dirty="0"/>
                        <a:t> 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31659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840117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r>
                        <a:rPr lang="en-GB" dirty="0"/>
                        <a:t>Remelted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567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17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Breitbild</PresentationFormat>
  <Paragraphs>46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Radulov, Iliya Angelov</dc:creator>
  <cp:lastModifiedBy>Radulov, Iliya Angelov</cp:lastModifiedBy>
  <cp:revision>3</cp:revision>
  <dcterms:created xsi:type="dcterms:W3CDTF">2024-06-03T07:58:49Z</dcterms:created>
  <dcterms:modified xsi:type="dcterms:W3CDTF">2025-05-07T13:06:04Z</dcterms:modified>
</cp:coreProperties>
</file>