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6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7DEF-61B9-4FA4-8AAD-6415EF486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7A273-D20A-458E-906B-DA8484FEA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21F86-D229-46AF-A35E-DF702F204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775E-7D14-4905-9B4A-FED20A73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9D5C6-3BDB-4655-A2C5-450B55D7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60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5DEE-11B5-4968-93DF-DE446AA6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6759-4E47-42FE-9AB3-39212B24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B0926-D6B9-4358-B5DF-3AEF9B2F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CB02F-B08D-43CC-80A8-CBFD85F0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958D-0625-4E8E-BFE0-9B7D5571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2787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371F-223D-4BF3-B883-25891883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172F4-FCDA-46A0-81C5-AE5E8557A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F230F-7B11-49A8-A65D-A2DD014D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097D-6EE5-41FD-BEC1-67F6C6A2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DE05-5B35-4BED-B932-007F576A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12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F599-B914-4F99-AC70-034A14EC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8F861-6F93-4DF2-AD96-41C96BC40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B786D-AAC7-446D-95F4-D59CD77E5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EF7BE-C0C2-4DBE-BBE6-1BCEF7BC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F7055-3B97-4326-BC8E-A708DF3B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75DD-902D-4538-9C3D-283AC500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13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1E8E-F1CC-4D2F-9A59-2B4B1CF5C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67E8-1493-49ED-B802-F04980500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6100F-8E7F-403F-A4CD-3204EEF5B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EB9D3-65CD-4C2B-BB2D-8ACE3B49B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F9D16-3D4B-48E0-BEC8-37DCA6152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846B4-CE7A-44DE-BA8F-05FABE8FB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C1367-FF5F-49A6-A620-FA3B70E9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90276-E405-4483-A5E0-8B4DC3F0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04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01A1-82A1-457A-BF8B-9F94DACF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F42EF-BB1A-401B-95E3-56E505ED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DC840-1CE2-43AD-8AFF-B433FDD6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51E51-4D0C-4748-960D-48D49A52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96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826D7-E9C9-4F2A-8FFE-843F0189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7A38C-2EA6-4B36-B96A-6257478F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6D249-0A7C-45EE-A42C-55FECF4C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522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45C3-87D8-4096-8868-563B8A486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6682-2027-4A83-B284-8A9BB880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1E8C4-8901-4321-92A0-8891EA405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CF403-37BF-45E6-B8B8-0460F6F5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BFB61-15FF-40D4-9BF4-3047F19F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22363-7AC8-4EB6-BF54-EBCF7B2C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633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D2A8-738C-4A0B-BD4E-B9019328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649D6-C76B-4E62-91E4-2ADE7FC39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37ECE-A4AE-41CA-AE63-99294149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0F9A-27FC-4D2A-BAD1-96599BF7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62843-D704-489B-9BE7-98804465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B3F80-2B63-4890-8558-25D976D7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19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A192-5FD7-4742-916C-A0E0B39B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F61DF-A2EB-4390-A2B3-3BFF0F930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3DFEC-0FFD-44B6-929A-DDE450B5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43083-4C04-4592-854B-155859C1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93E4-0BB0-49BF-AC17-D200B4F5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17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890A53-91A0-4F86-AC4E-B12052CE9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E58E6-D061-4809-A680-A29432C9A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9949D-5A42-440D-A0EB-CE470CA3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93C66-BAF7-4341-9FC6-79353821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8BE97-22BA-43D8-AA31-FB1EA6EC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861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A375C-4B0D-4E51-8A2C-40C90C960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53FF-8C8A-4154-BF2E-4576AC1F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00E06-0E34-4D4F-B98C-FDBE6D904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A799A-0B95-492D-ACF1-13220F49C0E3}" type="datetimeFigureOut">
              <a:rPr lang="de-DE" smtClean="0"/>
              <a:t>09.10.2023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99B8-A4A4-47E8-8681-64DD594DE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BAE4-4D78-45F3-AFEF-087C1EF4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D0E87-DF5C-4D4E-8312-7236921361A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085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2">
            <a:extLst>
              <a:ext uri="{FF2B5EF4-FFF2-40B4-BE49-F238E27FC236}">
                <a16:creationId xmlns:a16="http://schemas.microsoft.com/office/drawing/2014/main" id="{EC53E3E3-D8EF-4E39-82CC-208E85CEA2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50" r="22708"/>
          <a:stretch/>
        </p:blipFill>
        <p:spPr>
          <a:xfrm>
            <a:off x="7221824" y="871275"/>
            <a:ext cx="4336764" cy="2960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31C733-1D21-48AC-AF7D-663FF8D650FF}"/>
              </a:ext>
            </a:extLst>
          </p:cNvPr>
          <p:cNvSpPr txBox="1"/>
          <p:nvPr/>
        </p:nvSpPr>
        <p:spPr>
          <a:xfrm>
            <a:off x="978695" y="798376"/>
            <a:ext cx="67079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HP D10 unit (FCT </a:t>
            </a:r>
            <a:r>
              <a:rPr lang="en-GB" sz="1800" dirty="0" err="1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Systeme</a:t>
            </a:r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Rauenstein</a:t>
            </a:r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, Germany)</a:t>
            </a:r>
          </a:p>
          <a:p>
            <a:endParaRPr lang="en-GB" dirty="0">
              <a:latin typeface="Arial" panose="020B0604020202020204" pitchFamily="34" charset="0"/>
              <a:ea typeface="Helvetica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System equipped with glovebox.</a:t>
            </a:r>
          </a:p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Powder preparation under protective atmosphere possible </a:t>
            </a:r>
          </a:p>
          <a:p>
            <a:endParaRPr lang="en-GB" sz="1800" dirty="0">
              <a:effectLst/>
              <a:latin typeface="Arial" panose="020B0604020202020204" pitchFamily="34" charset="0"/>
              <a:ea typeface="Helvetica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Max temp 2200°C (controlled by pyrometer)</a:t>
            </a:r>
          </a:p>
          <a:p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Alternative temperature control by TC up to 1000°C</a:t>
            </a:r>
          </a:p>
          <a:p>
            <a:endParaRPr lang="en-GB" dirty="0">
              <a:latin typeface="Arial" panose="020B0604020202020204" pitchFamily="34" charset="0"/>
              <a:ea typeface="Helvetica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Min pressure 3 </a:t>
            </a:r>
            <a:r>
              <a:rPr lang="en-GB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kN</a:t>
            </a:r>
            <a:endParaRPr lang="en-GB" dirty="0">
              <a:latin typeface="Arial" panose="020B0604020202020204" pitchFamily="34" charset="0"/>
              <a:ea typeface="Helvetica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Max pressure 100 </a:t>
            </a:r>
            <a:r>
              <a:rPr lang="en-GB" sz="1800" dirty="0" err="1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kN</a:t>
            </a:r>
            <a:endParaRPr lang="en-GB" sz="1800" dirty="0">
              <a:effectLst/>
              <a:latin typeface="Arial" panose="020B0604020202020204" pitchFamily="34" charset="0"/>
              <a:ea typeface="Helvetica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EB0EB5-D713-4FEB-B37A-4C80D29BD7E2}"/>
              </a:ext>
            </a:extLst>
          </p:cNvPr>
          <p:cNvSpPr txBox="1"/>
          <p:nvPr/>
        </p:nvSpPr>
        <p:spPr>
          <a:xfrm>
            <a:off x="978695" y="5475583"/>
            <a:ext cx="8991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Standard foil - graphite foil (SGL Carbon, SIGRAFEX, thickness of 0.2, 0.35 or 0.5 mm) 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A07FF-5C1E-4AB9-AE8D-4F95A08FC388}"/>
              </a:ext>
            </a:extLst>
          </p:cNvPr>
          <p:cNvSpPr txBox="1"/>
          <p:nvPr/>
        </p:nvSpPr>
        <p:spPr>
          <a:xfrm>
            <a:off x="1013906" y="4829252"/>
            <a:ext cx="10544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up to 2200</a:t>
            </a:r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°C graphite die (SGL Carbon, SIGRAFINE R7710) 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can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be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used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with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TC and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pyrometer</a:t>
            </a:r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E0B761-62CE-493A-B9AF-2FFC39EE155A}"/>
              </a:ext>
            </a:extLst>
          </p:cNvPr>
          <p:cNvSpPr txBox="1"/>
          <p:nvPr/>
        </p:nvSpPr>
        <p:spPr>
          <a:xfrm>
            <a:off x="1013906" y="4299501"/>
            <a:ext cx="9503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up to 800°</a:t>
            </a:r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C hardened steel die  (</a:t>
            </a:r>
            <a:r>
              <a:rPr lang="de-DE" dirty="0">
                <a:latin typeface="Tahoma" panose="020B0604030504040204" pitchFamily="34" charset="0"/>
              </a:rPr>
              <a:t>2.4973 (NiCr19CoMo)</a:t>
            </a:r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),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can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be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used</a:t>
            </a:r>
            <a:r>
              <a:rPr lang="de-DE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Arial" panose="020B0604020202020204" pitchFamily="34" charset="0"/>
                <a:ea typeface="Helvetica" panose="020B0604020202020204" pitchFamily="34" charset="0"/>
                <a:cs typeface="Times New Roman" panose="02020603050405020304" pitchFamily="18" charset="0"/>
              </a:rPr>
              <a:t>only with TC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378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Radulov, Iliya Angelov</dc:creator>
  <cp:lastModifiedBy>Radulov, Iliya Angelov</cp:lastModifiedBy>
  <cp:revision>5</cp:revision>
  <dcterms:created xsi:type="dcterms:W3CDTF">2023-10-09T07:25:38Z</dcterms:created>
  <dcterms:modified xsi:type="dcterms:W3CDTF">2023-10-09T08:20:14Z</dcterms:modified>
</cp:coreProperties>
</file>