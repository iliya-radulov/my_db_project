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6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A4E2B-6C86-410E-81D6-699C043E8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F70598-3912-42CE-8FAB-B10804677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759056-3CEC-4E86-8B7D-C6BDDDC6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216668-1DDD-4872-9A1D-17AFD46D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637635-D28C-44C3-B3E1-355B4A7E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8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499DB8-E57E-4DCE-B835-F1F3E8DC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11FF49-9083-48A9-AB1A-A8096CABE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FC5301-394F-4BD5-9AD5-267DFC93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93CFF7-BCDD-4B68-AC31-C267CAD1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46CC98-F78F-421C-8F59-E5FF07EE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36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388FA-C3DE-497E-B4A2-19318E38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AC189-3683-49E0-BCFC-A3F2A831D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C314C8-73DD-4E9C-B1ED-9A16889A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FBE02-EB8D-4376-8B3A-51A3E62B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9DD9DB-8FB1-43AA-BDCE-33119246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403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7765C7-495B-4295-991D-AF93A682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AB1754-F8F2-431C-9CD0-FEE155FA9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6DD22E-3BDD-44BC-90C9-580301D97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733AF2-BCC6-4406-A597-B5E6957F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975011-4F91-4955-97C0-F207EB6B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B7EF09-07DA-4575-9CF1-95B84810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96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5F5F19-70C5-4814-8CDE-1512B2F1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E55010-2C89-495F-86D3-3C83EBFB0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30C725-0739-4835-A753-BA7BBF91B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9EFF78-EE41-4EFD-9D5E-C683C698A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56472B-DAA5-4F78-A039-DE61DCCEF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E4A8B4-67FD-47E4-AADD-CEB33F2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CDBC74-9E5A-4576-AE6C-60C8250C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3DCE0AC-E46C-4183-B5AB-5A29AD5C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32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7A0E7-ADFC-4C40-B099-0C2D7C22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BC5585-7C55-4571-B60D-2CAF6123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D330AC-2C9E-48B5-9929-5248DD88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AD0243-6432-4A71-95AA-B2C591E8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88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3B0F980-4332-41AC-A7CE-90FF492E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C5145F-4D7D-4F97-8FBA-BBB899C7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C50631-D4BE-4C53-AF88-099D32E1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04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CFBDC-6460-4AD4-9CE0-452FD8CA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54063F-A95C-4308-AA8A-8FC8E7E68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082BB8-A084-4B33-AC8F-424E867B8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6A36FA-EB95-4F30-9298-A7E7BC8A9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E32B46-9E5A-45B2-8988-138C68E6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7067FA-7D42-4E64-B5B0-0CD1EEED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7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96138F-3078-4134-950F-EDD324A2C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FBCF7B0-9FD0-4898-B786-3CB268ED9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39826F-1EB1-4D7C-B00D-A611B4CF1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44039-F584-4395-95F7-D0CE90F1F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022FA5-3376-42A6-8E95-3D070F98B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8852DD-EFCC-4F46-BC78-01D5C85A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80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96E2C0-4AA9-4F9E-88CE-67D1C2CB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64F159-7D13-405A-8BAD-4DEC4A46D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24E7E-6F6D-48CE-A8BA-645EA593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BFA324-3F16-4D7F-A160-64382525D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E3EFCD-9EC5-4E3C-BDB8-84C12110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72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5A5B080-55AB-455C-8ECF-AD92324A50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9FDDF9-203C-4E57-BC05-EC5B059D8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633A15-1650-4028-9EA6-93E8D447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846CE9-1CDB-48F8-B9D6-317E0856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F0913E-BDFF-4E95-B3ED-04B608E1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28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092511A-353C-4FA2-A531-5C55E48E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A2C270-9F27-4332-87E7-64DFC7969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0B6DF3-1CFC-4D36-BDBA-1296561B0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C98A7-E758-4C94-AA23-FF7985206329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0B784A-CDC6-4599-AE24-AE2F7BF9B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54FAB5-B05A-435C-8157-02F45EDCF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F9A93-4E5E-417E-89CA-939B6EE473F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523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9978F969-91CF-42FD-A886-3D9145DA3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121" y="0"/>
            <a:ext cx="8765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8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Radulov, Iliya Angelov</dc:creator>
  <cp:lastModifiedBy>Radulov, Iliya Angelov</cp:lastModifiedBy>
  <cp:revision>1</cp:revision>
  <cp:lastPrinted>2025-06-25T10:37:46Z</cp:lastPrinted>
  <dcterms:created xsi:type="dcterms:W3CDTF">2025-06-25T10:37:41Z</dcterms:created>
  <dcterms:modified xsi:type="dcterms:W3CDTF">2025-06-25T10:38:04Z</dcterms:modified>
</cp:coreProperties>
</file>