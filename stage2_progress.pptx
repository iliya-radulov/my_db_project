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C9963C"/>
          </a:solidFill>
          <a:ln/>
        </p:spPr>
      </p:sp>
      <p:pic>
        <p:nvPicPr>
          <p:cNvPr id="3" name="Image 0" descr="icon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02047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Alloy Lab Database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Characterization Pipelines &amp; Database Integration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icon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424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— Goal and Status at a Glance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three characterization techniques (XRD, VSM, SEM) into validated, database-integrated pipelines — feeding a future ML-based composition/synthesis model.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128016" cy="128016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0574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297680" y="205740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715768"/>
            <a:ext cx="128016" cy="128016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6243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297680" y="2624328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3282696"/>
            <a:ext cx="128016" cy="128016"/>
          </a:xfrm>
          <a:prstGeom prst="ellipse">
            <a:avLst/>
          </a:prstGeom>
          <a:solidFill>
            <a:srgbClr val="8A5A22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19125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297680" y="3191256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real, scoped challenge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3849624"/>
            <a:ext cx="128016" cy="128016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7581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297680" y="3758184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for XRD + VSM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4416552"/>
            <a:ext cx="128016" cy="128016"/>
          </a:xfrm>
          <a:prstGeom prst="ellipse">
            <a:avLst/>
          </a:prstGeom>
          <a:solidFill>
            <a:srgbClr val="5C6B7A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43251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Element-fraction table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297680" y="4325112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built; auto-wiring deferred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40080" y="4983480"/>
            <a:ext cx="128016" cy="128016"/>
          </a:xfrm>
          <a:prstGeom prst="ellipse">
            <a:avLst/>
          </a:prstGeom>
          <a:solidFill>
            <a:srgbClr val="8A5A22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48920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interactive tools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297680" y="489204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XRD + VSM done; SEM in progress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Lab Database — Stage 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C9963C"/>
          </a:solidFill>
          <a:ln/>
        </p:spPr>
      </p:sp>
      <p:pic>
        <p:nvPicPr>
          <p:cNvPr id="3" name="Image 0" descr="icon_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424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XRD — Complete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pipeline: background subtraction, Kα2 stripping, peak fitting, R² fit quality, Scherrer crystallite size, d-spacing, doublet detection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a certified reference standard (NIST LaB6) — lattice parameter within 0.0001 Å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+ real production integration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the real database with real samples, including a genuine peak-fit failure handled correctly (flagged, not hidden)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interactive tool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sensitivity adjustment, per-peak accept/reject — a quick, direct check outside the main app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Lab Database — Stage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C9963C"/>
          </a:solidFill>
          <a:ln/>
        </p:spPr>
      </p:sp>
      <p:pic>
        <p:nvPicPr>
          <p:cNvPr id="3" name="Image 0" descr="icon_mag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424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VSM — Complete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instrument detection, mass extraction, segmentation, Hc/Mr, temperature coefficients, entropy change (ΔSm), demagnetizing correction + BHmax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segmentation bugs found and fixed during validation (turning-point false segments; a masking bug that hid a real 60K temperature jump)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~2× ambiguity in the demagnetizing-factor formula resolved through careful back-and-forth, not guessed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+ real production integration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end-to-end against real data; 3 further real bugs caught and fixed along the way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interactive tool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multi-segment file handling, adjustable sensitivity, per-segment accept/reject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Lab Database — Stage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8A5A22"/>
          </a:solidFill>
          <a:ln/>
        </p:spPr>
      </p:sp>
      <p:pic>
        <p:nvPicPr>
          <p:cNvPr id="3" name="Image 0" descr="icon_microsc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424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— Real Progress, Real Challenge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Solved: three real instrument formats (Zeiss, JEOL, Tescan) — metadata, calibration, and databar cropping unified into one interface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detection validated on 16 real images; correctly flagged 2 deliberately low-quality images rather than forcing a confident wrong answer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problem: phase-fraction thresholding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automatic threshold worked on one real image and failed — differently — on two others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“failure” turned out to be real physical structure (confirmed via a second technique), not noise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with new/unfamiliar alloys, there is often not enough prior information to fully automate this step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automate what is reliably automatable; keep the phase judgment with the operator, via a live threshold tool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Lab Database — Stage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icon_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424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Work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1" descr="icon_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1538021"/>
            <a:ext cx="261518" cy="261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Standalone interactive tools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325880" y="18745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same validated analysis code as the database pipeline — not a separate re-implementation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working pattern each time: automate the reliable parts, keep human judgment where it genuinely belongs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sample checks, outside the main app, no database writes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2" descr="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549701"/>
            <a:ext cx="261518" cy="261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and element-fraction table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325880" y="388620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atomic-percent composition data backfilled and validated against real samples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Wide-format “composition vector” reshaping — the shape ML tooling will eventually need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reorganization (stage boundaries, shared config) completed cleanly, including catching and recovering from a real near-miss during the process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Lab Database — Stage 2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icon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424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/ Remaining Work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Phase-fraction tool built — needs use on real samples to see if the manual-judgment approach holds up in practice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instrument data (Tescan) handled for phase fraction; grain-detection tool not yet re-tested on it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Kerr microscopy and EBSD — deliberately parked as their own future topics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Element-fraction table: automatic wiring into new-sample entry — deferred to end of Stage 2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table — deferred to end of Stage 2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instruments</a:t>
            </a:r>
            <a:endParaRPr lang="en-US" sz="1800" dirty="0"/>
          </a:p>
          <a:p>
            <a:pPr lvl="1" marL="685800" indent="-342900"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Lakeshore VSM, Metis magnetometer — not yet started, lower priority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Lab Database — Stage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C9963C"/>
          </a:solidFill>
          <a:ln/>
        </p:spPr>
      </p:sp>
      <p:pic>
        <p:nvPicPr>
          <p:cNvPr id="3" name="Image 0" descr="icon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424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Approach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earns its place where it is genuinely reliable. Where judgment is still required — new materials, ambiguous contrast, unfamiliar geometry — the tool should say so, not guess.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physics-facing module validated against a certified standard or known real data before use (LaB6 for XRD; multiple independent real-data cross-checks for VSM)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silent-failure risks caught by testing, not assumed away — a demagnetizing-factor mix-up would have been a confidently wrong answer, off by roughly 2×, with nothing in the output to flag it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phase-fraction: a plausible-looking automatic answer was wrong on 2 of 3 real images — for two different reasons — and only caught because a person looked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built this way: automate the reliable steps, put a live control in the operator's hands for the judgment calls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Lab Database — Stage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8A5A22"/>
          </a:solidFill>
          <a:ln/>
        </p:spPr>
      </p:sp>
      <p:pic>
        <p:nvPicPr>
          <p:cNvPr id="3" name="Image 0" descr="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424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Labs: Optimization vs. Discovery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“Discovery Loop” </a:t>
            </a:r>
            <a:pPr indent="0" marL="0">
              <a:buNone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well-funded, recently launched AI startup): full automation of the research cycle — hypothesis, experiment, analysis — across scientific domains, “without constant human intervention.”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6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560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optimization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00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material, known phase space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synthesis/processing conditions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step is cheap to detect and correct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achievable today (CAMEO, A-Lab, and similar systems)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BF1E2"/>
          </a:solidFill>
          <a:ln w="12700">
            <a:solidFill>
              <a:srgbClr val="C996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2560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5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discovery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37960" y="2788920"/>
            <a:ext cx="4800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under-characterized material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 truth to check the answer against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step can be silent and plausible-looking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own experience: real, human-caught examples this stage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Lab Database — Stage 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C9963C"/>
          </a:solidFill>
          <a:ln/>
        </p:spPr>
      </p:sp>
      <p:pic>
        <p:nvPicPr>
          <p:cNvPr id="3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02047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103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Leaves Us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301752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XRD and VSM: fully built, validated, and integrated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SEM: real progress, with the hard part correctly identified as needing human judgment, not more automation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consistent, tested philosophy across all three: automate what's reliable, keep a human in the loop where it isn't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Lab Database — Stage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2026-08-11T17:39:47Z</dcterms:created>
  <dcterms:modified xsi:type="dcterms:W3CDTF">2026-08-11T17:39:47Z</dcterms:modified>
</cp:coreProperties>
</file>